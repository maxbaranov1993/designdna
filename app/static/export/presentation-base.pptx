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aa051f00364307" /><Relationship Type="http://schemas.openxmlformats.org/officeDocument/2006/relationships/extended-properties" Target="/docProps/app.xml" Id="Rb6ddff06fe2745e6" /><Relationship Type="http://schemas.openxmlformats.org/officeDocument/2006/relationships/officeDocument" Target="/ppt/presentation.xml" Id="Rae8866e5f0504a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f57db19a784f7a"/>
  </p:sldMasterIdLst>
  <p:notesMasterIdLst>
    <p:notesMasterId xmlns:r="http://schemas.openxmlformats.org/officeDocument/2006/relationships" r:id="R03b762c3285e4eac"/>
  </p:notesMasterIdLst>
  <p:sldIdLst>
    <p:sldId xmlns:r="http://schemas.openxmlformats.org/officeDocument/2006/relationships" id="256" r:id="Rb95a7d03177443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d97e3a04bd4528" /><Relationship Type="http://schemas.openxmlformats.org/officeDocument/2006/relationships/slideMaster" Target="/ppt/slideMasters/slideMaster1.xml" Id="R8df57db19a784f7a" /><Relationship Type="http://schemas.openxmlformats.org/officeDocument/2006/relationships/notesMaster" Target="/ppt/notesMasters/notesMaster1.xml" Id="R03b762c3285e4eac" /><Relationship Type="http://schemas.openxmlformats.org/officeDocument/2006/relationships/presProps" Target="/ppt/presProps.xml" Id="Rc778235fee8348ff" /><Relationship Type="http://schemas.openxmlformats.org/officeDocument/2006/relationships/tableStyles" Target="/ppt/tableStyles.xml" Id="R26b88a9442f3404c" /><Relationship Type="http://schemas.openxmlformats.org/officeDocument/2006/relationships/slide" Target="/ppt/slides/slide1.xml" Id="Rb95a7d03177443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41180cb85549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59a57a91d04bc0" /><Relationship Type="http://schemas.openxmlformats.org/officeDocument/2006/relationships/notesMaster" Target="/ppt/notesMasters/notesMaster1.xml" Id="Rdedb5073be2041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8f49d3b2a540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e2dc5a63ee4e88" /><Relationship Type="http://schemas.openxmlformats.org/officeDocument/2006/relationships/slideLayout" Target="/ppt/slideLayouts/slideLayout1.xml" Id="R01117785ba6141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117785ba6141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2ff9795fb4b29" /><Relationship Type="http://schemas.openxmlformats.org/officeDocument/2006/relationships/notesSlide" Target="/ppt/notesSlides/notesSlide1.xml" Id="R1c160dc7a6e04fa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717407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2026-09-10T14:17:07.5230000Z</dcterms:created>
  <dcterms:modified xsi:type="dcterms:W3CDTF">2026-09-10T14:17:07.5230000Z</dcterms:modified>
</coreProperties>
</file>